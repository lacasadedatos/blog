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031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08665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8984935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32802170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59642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48328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043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60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4518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27876E-4EEA-E8AC-18AE-EAD685F8F3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6C0620-6A78-0426-28F4-1D840F4ADD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B10B79-6A3A-F1E9-8B21-65C2183BC6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9410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089878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191663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7034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525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63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7080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95452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75269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2901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8334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90424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23366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055624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48769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1245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13996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25762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91785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0028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86049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17981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82460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64580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121194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793923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3675528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9181084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4927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710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744009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72544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380941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5724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692575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039456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5573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64921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44265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85727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6038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47727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89681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2722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377663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24963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79060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8016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1930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283032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2375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41271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8571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4275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90296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5165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70083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5227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61547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95069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549443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00545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1146933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81829371" name=""/>
          <p:cNvGrpSpPr/>
          <p:nvPr/>
        </p:nvGrpSpPr>
        <p:grpSpPr bwMode="auto">
          <a:xfrm>
            <a:off x="3042495" y="1646067"/>
            <a:ext cx="4864091" cy="3827921"/>
            <a:chOff x="0" y="0"/>
            <a:chExt cx="4864091" cy="3827921"/>
          </a:xfrm>
        </p:grpSpPr>
        <p:grpSp>
          <p:nvGrpSpPr>
            <p:cNvPr id="1812478546" name=""/>
            <p:cNvGrpSpPr/>
            <p:nvPr/>
          </p:nvGrpSpPr>
          <p:grpSpPr bwMode="auto">
            <a:xfrm flipH="0" flipV="0">
              <a:off x="377833" y="0"/>
              <a:ext cx="3852601" cy="3625048"/>
              <a:chOff x="0" y="0"/>
              <a:chExt cx="3852601" cy="3625048"/>
            </a:xfrm>
          </p:grpSpPr>
          <p:sp>
            <p:nvSpPr>
              <p:cNvPr id="1476113189" name=""/>
              <p:cNvSpPr/>
              <p:nvPr/>
            </p:nvSpPr>
            <p:spPr bwMode="auto">
              <a:xfrm rot="0" flipH="0" flipV="0">
                <a:off x="649943" y="831469"/>
                <a:ext cx="2678156" cy="2793578"/>
              </a:xfrm>
              <a:prstGeom prst="ellipse">
                <a:avLst/>
              </a:prstGeom>
              <a:solidFill>
                <a:schemeClr val="accent1">
                  <a:lumMod val="75000"/>
                  <a:alpha val="65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49531171" name=""/>
              <p:cNvSpPr/>
              <p:nvPr/>
            </p:nvSpPr>
            <p:spPr bwMode="auto">
              <a:xfrm rot="0" flipH="0" flipV="0">
                <a:off x="1174447" y="0"/>
                <a:ext cx="2678153" cy="2793578"/>
              </a:xfrm>
              <a:prstGeom prst="ellipse">
                <a:avLst/>
              </a:prstGeom>
              <a:solidFill>
                <a:srgbClr val="002060">
                  <a:alpha val="65000"/>
                </a:srgb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23024442" name=""/>
              <p:cNvSpPr/>
              <p:nvPr/>
            </p:nvSpPr>
            <p:spPr bwMode="auto">
              <a:xfrm rot="0" flipH="0" flipV="0">
                <a:off x="0" y="31360"/>
                <a:ext cx="2678156" cy="2793578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  <a:alpha val="65000"/>
                </a:schemeClr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  <p:pic>
          <p:nvPicPr>
            <p:cNvPr id="777674261" name="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flipH="0" flipV="0">
              <a:off x="0" y="300990"/>
              <a:ext cx="1460071" cy="1460071"/>
            </a:xfrm>
            <a:prstGeom prst="rect">
              <a:avLst/>
            </a:prstGeom>
          </p:spPr>
        </p:pic>
        <p:pic>
          <p:nvPicPr>
            <p:cNvPr id="751412255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3153208" y="603370"/>
              <a:ext cx="1710882" cy="1126330"/>
            </a:xfrm>
            <a:prstGeom prst="rect">
              <a:avLst/>
            </a:prstGeom>
          </p:spPr>
        </p:pic>
        <p:pic>
          <p:nvPicPr>
            <p:cNvPr id="1371787686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1419170" y="549764"/>
              <a:ext cx="1716561" cy="1716561"/>
            </a:xfrm>
            <a:prstGeom prst="rect">
              <a:avLst/>
            </a:prstGeom>
          </p:spPr>
        </p:pic>
        <p:pic>
          <p:nvPicPr>
            <p:cNvPr id="1020497283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1576020" y="2425061"/>
              <a:ext cx="1402859" cy="140285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0919249" name=""/>
          <p:cNvGrpSpPr/>
          <p:nvPr/>
        </p:nvGrpSpPr>
        <p:grpSpPr bwMode="auto">
          <a:xfrm>
            <a:off x="2607272" y="2034886"/>
            <a:ext cx="5074227" cy="2970068"/>
            <a:chOff x="0" y="0"/>
            <a:chExt cx="5074227" cy="2970068"/>
          </a:xfrm>
        </p:grpSpPr>
        <p:sp>
          <p:nvSpPr>
            <p:cNvPr id="381903187" name=""/>
            <p:cNvSpPr/>
            <p:nvPr/>
          </p:nvSpPr>
          <p:spPr bwMode="auto">
            <a:xfrm rot="0" flipH="0" flipV="0">
              <a:off x="0" y="17318"/>
              <a:ext cx="5074227" cy="2952749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pic>
          <p:nvPicPr>
            <p:cNvPr id="232479283" name=""/>
            <p:cNvPicPr>
              <a:picLocks noChangeAspect="1"/>
            </p:cNvPicPr>
            <p:nvPr/>
          </p:nvPicPr>
          <p:blipFill>
            <a:blip r:embed="rId3"/>
            <a:srcRect l="16310" t="17063" r="0" b="15476"/>
            <a:stretch/>
          </p:blipFill>
          <p:spPr bwMode="auto">
            <a:xfrm flipH="0" flipV="0">
              <a:off x="120477" y="774988"/>
              <a:ext cx="2511000" cy="2024062"/>
            </a:xfrm>
            <a:prstGeom prst="rect">
              <a:avLst/>
            </a:prstGeom>
          </p:spPr>
        </p:pic>
        <p:pic>
          <p:nvPicPr>
            <p:cNvPr id="23977044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2882993" y="682283"/>
              <a:ext cx="2034483" cy="2033423"/>
            </a:xfrm>
            <a:prstGeom prst="rect">
              <a:avLst/>
            </a:prstGeom>
          </p:spPr>
        </p:pic>
        <p:sp>
          <p:nvSpPr>
            <p:cNvPr id="1551169995" name=""/>
            <p:cNvSpPr/>
            <p:nvPr/>
          </p:nvSpPr>
          <p:spPr bwMode="auto">
            <a:xfrm rot="0" flipH="1" flipV="0">
              <a:off x="1224944" y="2396669"/>
              <a:ext cx="269261" cy="269261"/>
            </a:xfrm>
            <a:prstGeom prst="ellipse">
              <a:avLst/>
            </a:prstGeom>
            <a:solidFill>
              <a:srgbClr val="2797D6"/>
            </a:solidFill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19283082" name=""/>
            <p:cNvSpPr/>
            <p:nvPr/>
          </p:nvSpPr>
          <p:spPr bwMode="auto">
            <a:xfrm rot="0" flipH="1" flipV="0">
              <a:off x="1704008" y="2384532"/>
              <a:ext cx="269261" cy="269261"/>
            </a:xfrm>
            <a:prstGeom prst="ellipse">
              <a:avLst/>
            </a:prstGeom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29490044" name=""/>
            <p:cNvSpPr/>
            <p:nvPr/>
          </p:nvSpPr>
          <p:spPr bwMode="auto">
            <a:xfrm rot="0" flipH="1" flipV="0">
              <a:off x="516550" y="1796281"/>
              <a:ext cx="269261" cy="269261"/>
            </a:xfrm>
            <a:prstGeom prst="ellipse">
              <a:avLst/>
            </a:prstGeom>
            <a:solidFill>
              <a:srgbClr val="C22D6F"/>
            </a:solidFill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61923568" name=""/>
            <p:cNvSpPr/>
            <p:nvPr/>
          </p:nvSpPr>
          <p:spPr bwMode="auto">
            <a:xfrm rot="0" flipH="1" flipV="0">
              <a:off x="1445238" y="1796281"/>
              <a:ext cx="269261" cy="26926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20758700" name=""/>
            <p:cNvSpPr/>
            <p:nvPr/>
          </p:nvSpPr>
          <p:spPr bwMode="auto">
            <a:xfrm rot="0" flipH="1" flipV="0">
              <a:off x="775320" y="2375522"/>
              <a:ext cx="269261" cy="269261"/>
            </a:xfrm>
            <a:prstGeom prst="ellipse">
              <a:avLst/>
            </a:prstGeom>
            <a:solidFill>
              <a:srgbClr val="F05DB5"/>
            </a:solidFill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9182914" name=""/>
            <p:cNvSpPr/>
            <p:nvPr/>
          </p:nvSpPr>
          <p:spPr bwMode="auto">
            <a:xfrm rot="0" flipH="1" flipV="0">
              <a:off x="274095" y="2375522"/>
              <a:ext cx="269261" cy="269261"/>
            </a:xfrm>
            <a:prstGeom prst="ellipse">
              <a:avLst/>
            </a:prstGeom>
            <a:solidFill>
              <a:srgbClr val="D681EB"/>
            </a:solidFill>
            <a:ln w="28575" cap="flat" cmpd="sng" algn="ctr">
              <a:solidFill>
                <a:srgbClr val="024467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91981277" name=""/>
            <p:cNvSpPr txBox="1"/>
            <p:nvPr/>
          </p:nvSpPr>
          <p:spPr bwMode="auto">
            <a:xfrm rot="0" flipH="0" flipV="0">
              <a:off x="62363" y="0"/>
              <a:ext cx="2099747" cy="54899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Clasificación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1196517932" name=""/>
            <p:cNvSpPr txBox="1"/>
            <p:nvPr/>
          </p:nvSpPr>
          <p:spPr bwMode="auto">
            <a:xfrm rot="0" flipH="0" flipV="0">
              <a:off x="3242277" y="0"/>
              <a:ext cx="1727679" cy="54899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Regresión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21009040" name=""/>
          <p:cNvGrpSpPr/>
          <p:nvPr/>
        </p:nvGrpSpPr>
        <p:grpSpPr bwMode="auto">
          <a:xfrm>
            <a:off x="2330181" y="1890464"/>
            <a:ext cx="8104888" cy="3419303"/>
            <a:chOff x="0" y="0"/>
            <a:chExt cx="8104888" cy="3419303"/>
          </a:xfrm>
        </p:grpSpPr>
        <p:sp>
          <p:nvSpPr>
            <p:cNvPr id="2130788526" name=""/>
            <p:cNvSpPr/>
            <p:nvPr/>
          </p:nvSpPr>
          <p:spPr bwMode="auto">
            <a:xfrm rot="0" flipH="0" flipV="0">
              <a:off x="0" y="2491035"/>
              <a:ext cx="8104888" cy="928267"/>
            </a:xfrm>
            <a:prstGeom prst="rect">
              <a:avLst/>
            </a:prstGeom>
            <a:solidFill>
              <a:srgbClr val="ECECE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pic>
          <p:nvPicPr>
            <p:cNvPr id="1752239229" name="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flipH="0" flipV="0">
              <a:off x="0" y="0"/>
              <a:ext cx="8104888" cy="2534330"/>
            </a:xfrm>
            <a:prstGeom prst="rect">
              <a:avLst/>
            </a:prstGeom>
          </p:spPr>
        </p:pic>
        <p:sp>
          <p:nvSpPr>
            <p:cNvPr id="2078538262" name=""/>
            <p:cNvSpPr/>
            <p:nvPr/>
          </p:nvSpPr>
          <p:spPr bwMode="auto">
            <a:xfrm rot="0" flipH="0" flipV="0">
              <a:off x="3361788" y="392596"/>
              <a:ext cx="1714500" cy="1749136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pic>
          <p:nvPicPr>
            <p:cNvPr id="382697097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3359727" y="386875"/>
              <a:ext cx="1716561" cy="1716561"/>
            </a:xfrm>
            <a:prstGeom prst="rect">
              <a:avLst/>
            </a:prstGeom>
          </p:spPr>
        </p:pic>
        <p:sp>
          <p:nvSpPr>
            <p:cNvPr id="878291914" name=""/>
            <p:cNvSpPr txBox="1"/>
            <p:nvPr/>
          </p:nvSpPr>
          <p:spPr bwMode="auto">
            <a:xfrm rot="0" flipH="0" flipV="0">
              <a:off x="537906" y="2413103"/>
              <a:ext cx="1634663" cy="1006200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Datos de </a:t>
              </a:r>
              <a:endParaRPr sz="3000" b="0">
                <a:solidFill>
                  <a:srgbClr val="1F4E79"/>
                </a:solidFill>
                <a:latin typeface="Computer 7"/>
                <a:ea typeface="Computer 7"/>
                <a:cs typeface="Computer 7"/>
              </a:endParaRPr>
            </a:p>
            <a:p>
              <a:pPr algn="ctr"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Entrada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2087566741" name=""/>
            <p:cNvSpPr txBox="1"/>
            <p:nvPr/>
          </p:nvSpPr>
          <p:spPr bwMode="auto">
            <a:xfrm rot="0" flipH="0" flipV="0">
              <a:off x="3638040" y="2641703"/>
              <a:ext cx="1243991" cy="54899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Modelo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133945256" name=""/>
            <p:cNvSpPr txBox="1"/>
            <p:nvPr/>
          </p:nvSpPr>
          <p:spPr bwMode="auto">
            <a:xfrm rot="0" flipH="0" flipV="0">
              <a:off x="6057750" y="2413103"/>
              <a:ext cx="1634663" cy="1006200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Datos de </a:t>
              </a:r>
              <a:endParaRPr sz="3000" b="0">
                <a:solidFill>
                  <a:srgbClr val="1F4E79"/>
                </a:solidFill>
                <a:latin typeface="Computer 7"/>
                <a:ea typeface="Computer 7"/>
                <a:cs typeface="Computer 7"/>
              </a:endParaRPr>
            </a:p>
            <a:p>
              <a:pPr algn="ctr"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Salida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98091388" name=""/>
          <p:cNvGrpSpPr/>
          <p:nvPr/>
        </p:nvGrpSpPr>
        <p:grpSpPr bwMode="auto">
          <a:xfrm>
            <a:off x="2852944" y="1352549"/>
            <a:ext cx="4195555" cy="2200275"/>
            <a:chOff x="0" y="0"/>
            <a:chExt cx="4195555" cy="2200275"/>
          </a:xfrm>
        </p:grpSpPr>
        <p:pic>
          <p:nvPicPr>
            <p:cNvPr id="1238079776" name="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 flipH="0" flipV="0">
              <a:off x="0" y="0"/>
              <a:ext cx="4195555" cy="2200275"/>
            </a:xfrm>
            <a:prstGeom prst="rect">
              <a:avLst/>
            </a:prstGeom>
          </p:spPr>
        </p:pic>
        <p:sp>
          <p:nvSpPr>
            <p:cNvPr id="763133758" name=""/>
            <p:cNvSpPr txBox="1"/>
            <p:nvPr/>
          </p:nvSpPr>
          <p:spPr bwMode="auto">
            <a:xfrm rot="0" flipH="0" flipV="0">
              <a:off x="171693" y="104774"/>
              <a:ext cx="1281200" cy="548999"/>
            </a:xfrm>
            <a:prstGeom prst="rect">
              <a:avLst/>
            </a:prstGeom>
            <a:solidFill>
              <a:srgbClr val="EEF0EE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Agente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1389007125" name=""/>
            <p:cNvSpPr txBox="1"/>
            <p:nvPr/>
          </p:nvSpPr>
          <p:spPr bwMode="auto">
            <a:xfrm rot="0" flipH="0" flipV="0">
              <a:off x="2695818" y="104774"/>
              <a:ext cx="1448629" cy="548999"/>
            </a:xfrm>
            <a:prstGeom prst="rect">
              <a:avLst/>
            </a:prstGeom>
            <a:solidFill>
              <a:srgbClr val="EEF0EE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30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Entorno</a:t>
              </a:r>
              <a:endParaRPr sz="30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227565908" name=""/>
            <p:cNvSpPr/>
            <p:nvPr/>
          </p:nvSpPr>
          <p:spPr bwMode="auto">
            <a:xfrm rot="0" flipH="0" flipV="0">
              <a:off x="1461711" y="941614"/>
              <a:ext cx="1098069" cy="990599"/>
            </a:xfrm>
            <a:prstGeom prst="rect">
              <a:avLst/>
            </a:prstGeom>
            <a:solidFill>
              <a:srgbClr val="EEF0EE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7118377" name=""/>
            <p:cNvSpPr/>
            <p:nvPr/>
          </p:nvSpPr>
          <p:spPr bwMode="auto">
            <a:xfrm rot="0" flipH="0" flipV="0">
              <a:off x="1616230" y="749801"/>
              <a:ext cx="681561" cy="329924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59783966" name=""/>
            <p:cNvSpPr txBox="1"/>
            <p:nvPr/>
          </p:nvSpPr>
          <p:spPr bwMode="auto">
            <a:xfrm rot="0" flipH="0" flipV="0">
              <a:off x="1344319" y="1100549"/>
              <a:ext cx="1225384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6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Recompensa</a:t>
              </a:r>
              <a:endParaRPr sz="16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396908339" name=""/>
            <p:cNvSpPr txBox="1"/>
            <p:nvPr/>
          </p:nvSpPr>
          <p:spPr bwMode="auto">
            <a:xfrm rot="0" flipH="0" flipV="0">
              <a:off x="1597324" y="475301"/>
              <a:ext cx="719374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6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Acción</a:t>
              </a:r>
              <a:endParaRPr sz="16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746342017" name=""/>
            <p:cNvSpPr txBox="1"/>
            <p:nvPr/>
          </p:nvSpPr>
          <p:spPr bwMode="auto">
            <a:xfrm rot="0" flipH="0" flipV="0">
              <a:off x="1354242" y="1655989"/>
              <a:ext cx="120553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sz="1600" b="0">
                  <a:solidFill>
                    <a:srgbClr val="1F4E79"/>
                  </a:solidFill>
                  <a:latin typeface="Computer 7"/>
                  <a:ea typeface="Computer 7"/>
                  <a:cs typeface="Computer 7"/>
                </a:rPr>
                <a:t>Observación</a:t>
              </a:r>
              <a:endParaRPr sz="1600" b="0">
                <a:solidFill>
                  <a:srgbClr val="1F4E79"/>
                </a:solidFill>
                <a:latin typeface="Computer 7"/>
                <a:cs typeface="Computer 7"/>
              </a:endParaRPr>
            </a:p>
          </p:txBody>
        </p:sp>
        <p:sp>
          <p:nvSpPr>
            <p:cNvPr id="1599849633" name=""/>
            <p:cNvSpPr/>
            <p:nvPr/>
          </p:nvSpPr>
          <p:spPr bwMode="auto">
            <a:xfrm rot="0" flipH="1" flipV="0">
              <a:off x="1616230" y="1368154"/>
              <a:ext cx="681561" cy="329924"/>
            </a:xfrm>
            <a:prstGeom prst="rightArrow">
              <a:avLst>
                <a:gd name="adj1" fmla="val 5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2026-01-27T13:46:53Z</dcterms:modified>
</cp:coreProperties>
</file>